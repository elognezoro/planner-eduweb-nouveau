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32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417320" cy="1417320"/>
          </a:xfrm>
          <a:prstGeom prst="ellipse">
            <a:avLst/>
          </a:prstGeom>
          <a:solidFill>
            <a:srgbClr val="60C090"/>
          </a:solidFill>
          <a:ln w="31750">
            <a:solidFill>
              <a:srgbClr val="F8B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77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M6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2199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Culture du pouvoir, paix &amp; armes autonomes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Chapitre 5 §182-228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6E1C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 la civilisation de l'amour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&amp; ancrage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Objectifs (Bloom)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83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Expliquer le refus des décisions létales déléguées.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Distinguer pouvoir et civilisation de l'amour.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Transposer les artisans de paix à l'école.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5352" y="13716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5179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Ancrage magistériel &amp; biblique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01168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§197-198 : aucun algorithme ne rend la guerre acceptable.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§199-200 : responsabilité ; contrôle humain effectif.</a:t>
            </a:r>
            <a:endParaRPr lang="en-US" sz="20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§205 : la paix, fruit de la justice. Mt 5,9 · Is 2,4.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L'essentiel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658368" cy="658368"/>
          </a:xfrm>
          <a:prstGeom prst="ellipse">
            <a:avLst/>
          </a:prstGeom>
          <a:solidFill>
            <a:srgbClr val="F8B0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🛑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Ligne rouge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Aucune décision létale déléguée à une machine (§198-200).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67784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0392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0392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🕊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0392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Civilisation de l'amour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60392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Justice, dialogue, protection des plus faibles (§210 s.).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86928" y="1371600"/>
            <a:ext cx="3453384" cy="3840480"/>
          </a:xfrm>
          <a:prstGeom prst="roundRect">
            <a:avLst>
              <a:gd name="adj" fmla="val 2648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9536" y="1645920"/>
            <a:ext cx="658368" cy="658368"/>
          </a:xfrm>
          <a:prstGeom prst="ellipse">
            <a:avLst/>
          </a:prstGeom>
          <a:solidFill>
            <a:srgbClr val="60C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9536" y="1645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🗣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79536" y="2423160"/>
            <a:ext cx="2868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l'école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479536" y="2944368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Éduquer à la paix et </a:t>
            </a:r>
            <a:b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désarmer les mots » (§14).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Trois critères de discernement (§199-200)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Face aux armes liées à l'IA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4533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45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17320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Responsabilité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chaîne identifiable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3288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04872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Délai du jugement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rapidité n'est pas suprême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92424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Protection des civils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distinguer combattants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37997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79976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Exigence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contrôle humain + règles internationales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Activités d'apprentissage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Atelier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Désarmer les mots »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 err="1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Débat</a:t>
            </a: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 err="1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décision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létale à une machine 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613916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6139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141732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Jeu Genially  </a:t>
            </a:r>
            <a:b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</a:b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Fil de la responsabilité »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5352" y="254203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738628"/>
            <a:ext cx="566928" cy="566928"/>
          </a:xfrm>
          <a:prstGeom prst="ellipse">
            <a:avLst/>
          </a:prstGeom>
          <a:solidFill>
            <a:srgbClr val="3850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8232" y="27386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254203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Micro-projet  </a:t>
            </a: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anti-désinformation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Exercice-type &amp; à retenir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355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0C09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</a:t>
            </a: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</a:t>
            </a:r>
            <a:r>
              <a:rPr lang="en-US" sz="2000" b="1" dirty="0">
                <a:solidFill>
                  <a:srgbClr val="3850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122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875">
            <a:solidFill>
              <a:srgbClr val="B6E1CB"/>
            </a:solidFill>
            <a:prstDash val="solid"/>
          </a:ln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355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QCM  </a:t>
            </a: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propos des « agents moraux artificiels » (§198) 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E4F4EC"/>
          </a:solidFill>
          <a:ln w="19050">
            <a:solidFill>
              <a:srgbClr val="60C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8B6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Aucun algorithme ne rend la guerre acceptable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300984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00984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Une machine juge mieux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4059936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5993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rapidité doit primer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4818888"/>
            <a:ext cx="6355080" cy="658368"/>
          </a:xfrm>
          <a:prstGeom prst="roundRect">
            <a:avLst>
              <a:gd name="adj" fmla="val 8333"/>
            </a:avLst>
          </a:prstGeom>
          <a:solidFill>
            <a:srgbClr val="F3F6F5"/>
          </a:solidFill>
          <a:ln w="12700">
            <a:solidFill>
              <a:srgbClr val="D9E2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818888"/>
            <a:ext cx="411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81888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35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victimes sont des données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43800" y="13258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385050"/>
          </a:solidFill>
          <a:ln/>
          <a:effectLst>
            <a:outerShdw blurRad="76200" dist="25400" dir="5400000" algn="bl" rotWithShape="0">
              <a:srgbClr val="9BB4AE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B0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RETENIR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031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8F8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Aucun algorithme ne rend la guerre acceptable. La force létale reste sous contrôle humain effectif et responsable (§200).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283</Words>
  <Application>Microsoft Office PowerPoint</Application>
  <PresentationFormat>Grand écran</PresentationFormat>
  <Paragraphs>67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EduWeb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Formation Magnifica Humanitas</dc:subject>
  <dc:creator>EduWeb</dc:creator>
  <cp:lastModifiedBy>Elogne ZORO</cp:lastModifiedBy>
  <cp:revision>2</cp:revision>
  <dcterms:created xsi:type="dcterms:W3CDTF">2026-08-27T16:25:58Z</dcterms:created>
  <dcterms:modified xsi:type="dcterms:W3CDTF">2026-08-27T17:40:11Z</dcterms:modified>
</cp:coreProperties>
</file>