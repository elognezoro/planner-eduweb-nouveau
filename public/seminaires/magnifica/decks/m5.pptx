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38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417320" cy="1417320"/>
          </a:xfrm>
          <a:prstGeom prst="ellipse">
            <a:avLst/>
          </a:prstGeom>
          <a:solidFill>
            <a:srgbClr val="60C090"/>
          </a:solidFill>
          <a:ln w="31750">
            <a:solidFill>
              <a:srgbClr val="F8B0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772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2199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Travail, liberté &amp; nouvelles formes d'esclavage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Chapitre 4 §148-181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B6E1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chaîne invisible derrière l'IA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&amp; ancrage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(Bloom)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Exposer la valeur du travail et ses risques.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Repérer les « chaînes invisibles ».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Relier liberté, sobriété et protection.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5352" y="137160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73952" y="15179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Ancrage magistériel &amp; biblique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01168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§148-150 : travail « clé essentielle » ; déqualification.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§170-171 : économie de l'attention ; contrôle social.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§173-178 : esclavage numérique ; colonialisme des données.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L'essentiel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🛠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Dignité du travail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travail renforce la dignité ; la personne est une fin (§149,§152).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67784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0392" y="1645920"/>
            <a:ext cx="658368" cy="658368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0392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📉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0392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Risques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60392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Déqualification, surveillance, chômage, dépendances (§150,§170).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86928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9536" y="1645920"/>
            <a:ext cx="658368" cy="658368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9536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⛓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79536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Chaînes invisibles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79536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Travail du clic, mines, traite : « rien n'est immatériel » (§173).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Préserver la liberté à l'ère numérique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§170-179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4533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45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417320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Économie de l'attention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capte le temps et le regard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3288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532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04872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Contrôle social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profiler et orienter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92424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Colonialisme des données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levier de domination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37997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379976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Réponses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sobriété · transparence · due diligence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Activités d'apprentissage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 err="1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Enquête</a:t>
            </a: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 err="1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cartographier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la chaîne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Jeu de </a:t>
            </a:r>
            <a:r>
              <a:rPr lang="en-US" sz="2000" b="1" dirty="0" err="1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rôle</a:t>
            </a: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Conseil d'établissement »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45352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Dialog Cards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Liberté intérieure »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5352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Atelier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 err="1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charte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d'achat responsable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Exercice-type &amp; à retenir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122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355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QCM  </a:t>
            </a: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Une IA mal intégrée au travail risque de (§150) 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E4F4EC"/>
          </a:solidFill>
          <a:ln w="19050">
            <a:solidFill>
              <a:srgbClr val="60C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54203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4203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Déqualifier et surveiller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300984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30098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30098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Tout améliorer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" y="4059936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5993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5993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N'avoir aucun effet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4818888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81888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1888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Supprimer la hiérarchie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43800" y="1325880"/>
            <a:ext cx="4114800" cy="4343400"/>
          </a:xfrm>
          <a:prstGeom prst="roundRect">
            <a:avLst>
              <a:gd name="adj" fmla="val 2222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0" y="1536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RETENIR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1031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Rien, dans le monde de l'IA, n'est immatériel » (§173). Elle ne libère que si elle est centrée sur la personne.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279</Words>
  <Application>Microsoft Office PowerPoint</Application>
  <PresentationFormat>Grand écran</PresentationFormat>
  <Paragraphs>67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EduWeb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Formation Magnifica Humanitas</dc:subject>
  <dc:creator>EduWeb</dc:creator>
  <cp:lastModifiedBy>Elogne ZORO</cp:lastModifiedBy>
  <cp:revision>2</cp:revision>
  <dcterms:created xsi:type="dcterms:W3CDTF">2026-08-27T16:25:58Z</dcterms:created>
  <dcterms:modified xsi:type="dcterms:W3CDTF">2026-08-27T17:38:32Z</dcterms:modified>
</cp:coreProperties>
</file>