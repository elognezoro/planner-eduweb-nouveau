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478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17320" cy="1417320"/>
          </a:xfrm>
          <a:prstGeom prst="ellipse">
            <a:avLst/>
          </a:prstGeom>
          <a:solidFill>
            <a:srgbClr val="60C090"/>
          </a:solidFill>
          <a:ln w="31750">
            <a:solidFill>
              <a:srgbClr val="F8B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772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2199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CENTRAL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et éducation : l'alliance éducative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Chapitre 4 §139-147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module central du dispositif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&amp; ancrage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(Bloom)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59" y="2011680"/>
            <a:ext cx="5129267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Exposer les 3 défis de l'école.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Concevoir « quand ne pas utiliser l'IA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Produire une mini-séquence (attention).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5179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Ancrage magistériel &amp; biblique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1168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§140 : éduquer à décider quand ne pas utiliser l'IA ; « jeûner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§143-146 : 3 défis ; « hygiène de l'attention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§147 : objectifs éducatifs. UNESCO (2023).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L'essentiel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🌱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Discernement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Apprendre à utiliser l'IA, c'est apprendre à s'en passer (§140).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0392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⏳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Attention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Silence, lecture lente, débat : liberté intérieure (§146).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9536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9536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🤝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79536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Alliance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79536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École, familles, autorités, Église ; protéger les mineurs (§142).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Opportunités &amp; alertes en éducation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3E8B65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3E8B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371600"/>
            <a:ext cx="4882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OPPORTUNITÉS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55689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19456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Personnalisation &amp; remédiation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39128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02895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Accessibilité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22567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86334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Ouverture documentaire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506006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69773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Temps pour la relation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45352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E0952A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5352" y="1371600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E095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1384" y="1371600"/>
            <a:ext cx="4882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ALERTES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519672" y="2556891"/>
            <a:ext cx="109728" cy="109728"/>
          </a:xfrm>
          <a:prstGeom prst="ellipse">
            <a:avLst/>
          </a:prstGeom>
          <a:solidFill>
            <a:srgbClr val="E095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48272" y="219456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 du désir de questionner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19672" y="3391281"/>
            <a:ext cx="109728" cy="109728"/>
          </a:xfrm>
          <a:prstGeom prst="ellipse">
            <a:avLst/>
          </a:prstGeom>
          <a:solidFill>
            <a:srgbClr val="E095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48272" y="302895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Savoirs fragmentés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19672" y="4225671"/>
            <a:ext cx="109728" cy="109728"/>
          </a:xfrm>
          <a:prstGeom prst="ellipse">
            <a:avLst/>
          </a:prstGeom>
          <a:solidFill>
            <a:srgbClr val="E095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48272" y="386334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Écrans précoces, contenus nocifs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19672" y="5060061"/>
            <a:ext cx="109728" cy="109728"/>
          </a:xfrm>
          <a:prstGeom prst="ellipse">
            <a:avLst/>
          </a:prstGeom>
          <a:solidFill>
            <a:srgbClr val="E095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48272" y="469773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Fracture d'accès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Activités d'apprentissage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phare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 err="1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séquence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« ne pas utiliser » (pairs)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Jeu de plateau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L'alliance éducative »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5352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H5P Branching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Classe hyperstimulée »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5352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Kahoot!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Sagesse ou information ? »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Exercice-type &amp; à retenir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122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355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QCM  </a:t>
            </a: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Éduquer à l'IA » implique d'apprendre à (§140) 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E4F4EC"/>
          </a:solidFill>
          <a:ln w="19050">
            <a:solidFill>
              <a:srgbClr val="60C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Décider quand ne pas l'utiliser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300984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300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0098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L'utiliser le plus possible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599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Coder des algorithmes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818888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81888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188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Interdire tout numérique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32588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RETENIR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031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L'école n'a pas à courir après la rapidité du numérique, mais à offrir ce que lui seul ne peut donner : du temps partagé et des relations de confiance (§147).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288</Words>
  <Application>Microsoft Office PowerPoint</Application>
  <PresentationFormat>Grand écran</PresentationFormat>
  <Paragraphs>68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EduWeb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Formation Magnifica Humanitas</dc:subject>
  <dc:creator>EduWeb</dc:creator>
  <cp:lastModifiedBy>Elogne ZORO</cp:lastModifiedBy>
  <cp:revision>2</cp:revision>
  <dcterms:created xsi:type="dcterms:W3CDTF">2026-08-27T16:25:58Z</dcterms:created>
  <dcterms:modified xsi:type="dcterms:W3CDTF">2026-08-27T17:37:13Z</dcterms:modified>
</cp:coreProperties>
</file>