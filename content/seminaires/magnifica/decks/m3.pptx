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254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1417320" cy="1417320"/>
          </a:xfrm>
          <a:prstGeom prst="ellipse">
            <a:avLst/>
          </a:prstGeom>
          <a:solidFill>
            <a:srgbClr val="60C090"/>
          </a:solidFill>
          <a:ln w="31750">
            <a:solidFill>
              <a:srgbClr val="F8B0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772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M3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21992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8892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Alertes &amp; gouvernance : « désarmer l'IA »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Chapitre 3 §102-114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7091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B6E1C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cœur éthique du parcours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Objectifs &amp; ancrage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1790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Objectifs (Bloom)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983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Décomposer la chaîne des responsabilités.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Juger un cas (transparence, contestabilité).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Formuler des règles de gouvernance.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45352" y="1371600"/>
            <a:ext cx="5394960" cy="4251960"/>
          </a:xfrm>
          <a:prstGeom prst="roundRect">
            <a:avLst>
              <a:gd name="adj" fmla="val 2151"/>
            </a:avLst>
          </a:prstGeom>
          <a:solidFill>
            <a:srgbClr val="385050"/>
          </a:solidFill>
          <a:ln/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73952" y="151790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Ancrage magistériel &amp; biblique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19671" y="2011680"/>
            <a:ext cx="5005219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§102-104 : l'IA </a:t>
            </a:r>
            <a:r>
              <a:rPr lang="en-US" sz="2000" dirty="0" err="1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n'est</a:t>
            </a: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pas « moralement neutre ».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§105-107 : responsabilité ; débattre du code éthique.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§110-111 : « désarmer » l'IA ; appel aux développeurs.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L'essentiel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453384" cy="38404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45920"/>
            <a:ext cx="658368" cy="658368"/>
          </a:xfrm>
          <a:prstGeom prst="ellipse">
            <a:avLst/>
          </a:prstGeom>
          <a:solidFill>
            <a:srgbClr val="F8B0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🕳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Injustice silencieuse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944368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Exclusion « neutre » impossible à contester (§103).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67784" y="1371600"/>
            <a:ext cx="3453384" cy="38404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0392" y="1645920"/>
            <a:ext cx="658368" cy="658368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0392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🔗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60392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Responsabilité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660392" y="2944368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Identifier qui rend compte et répare (§105).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86928" y="1371600"/>
            <a:ext cx="3453384" cy="38404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9536" y="1645920"/>
            <a:ext cx="658368" cy="658368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79536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🕊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479536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Désarmer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479536" y="2944368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Rendre l'IA discutable, contestable, accessible (§110).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Grille d'alertes → questions d'audit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012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Quatre alertes majeures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4533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5453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417320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Neutralité prétendue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 mesure-t-il ? qu'ignore-t-il 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40487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53288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5328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404872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Opacité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peut-on motiver la décision ?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520440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520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392424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Concentration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à qui profite l'usage ?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37997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507992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507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379976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Course cognitive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sert-il le bien commun ?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Activités d'apprentissage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1391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139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41732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Escape game  </a:t>
            </a:r>
            <a:b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</a:b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« La décision opaque »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73862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7386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542032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World café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ralentir l'IA à l'école 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45352" y="14173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28232" y="161391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28232" y="16139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159752" y="141732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Atelier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« Désarmer » en 4 gestes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45352" y="2542032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273862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28232" y="27386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159752" y="2542032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H5P Branching  </a:t>
            </a:r>
            <a:b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</a:b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« Je conçois, je choisis »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Exercice-type &amp; à retenir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81228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6355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QCM  </a:t>
            </a:r>
            <a:r>
              <a:rPr lang="en-US" sz="2000" b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« Désarmer l'IA » (§110) signifie 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2542032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F3F6F5"/>
          </a:solidFill>
          <a:ln w="12700">
            <a:solidFill>
              <a:srgbClr val="D9E2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542032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542032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Renoncer à toute technologie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3300984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E4F4EC"/>
          </a:solidFill>
          <a:ln w="19050">
            <a:solidFill>
              <a:srgbClr val="60C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3300984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300984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rendre contestable et accessible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77240" y="4059936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F3F6F5"/>
          </a:solidFill>
          <a:ln w="12700">
            <a:solidFill>
              <a:srgbClr val="D9E2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059936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059936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L'interdire à l'école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77240" y="4818888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F3F6F5"/>
          </a:solidFill>
          <a:ln w="12700">
            <a:solidFill>
              <a:srgbClr val="D9E2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818888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818888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confier aux seuls États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543800" y="1325880"/>
            <a:ext cx="4114800" cy="4343400"/>
          </a:xfrm>
          <a:prstGeom prst="roundRect">
            <a:avLst>
              <a:gd name="adj" fmla="val 2222"/>
            </a:avLst>
          </a:prstGeom>
          <a:solidFill>
            <a:srgbClr val="385050"/>
          </a:solidFill>
          <a:ln/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772400" y="15361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À RETENIR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210312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L'IA n'est jamais neutre. Gouverner = responsabilité, transparence, contestabilité — et « désarmer » : l'empêcher de dominer l'humain.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267</Words>
  <Application>Microsoft Office PowerPoint</Application>
  <PresentationFormat>Grand écran</PresentationFormat>
  <Paragraphs>67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EduWeb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Formation Magnifica Humanitas</dc:subject>
  <dc:creator>EduWeb</dc:creator>
  <cp:lastModifiedBy>Elogne ZORO</cp:lastModifiedBy>
  <cp:revision>3</cp:revision>
  <dcterms:created xsi:type="dcterms:W3CDTF">2026-08-27T16:25:58Z</dcterms:created>
  <dcterms:modified xsi:type="dcterms:W3CDTF">2026-08-27T17:23:57Z</dcterms:modified>
</cp:coreProperties>
</file>