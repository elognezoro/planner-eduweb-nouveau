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429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417320" cy="1417320"/>
          </a:xfrm>
          <a:prstGeom prst="ellipse">
            <a:avLst/>
          </a:prstGeom>
          <a:solidFill>
            <a:srgbClr val="60C090"/>
          </a:solidFill>
          <a:ln w="31750">
            <a:solidFill>
              <a:srgbClr val="F8B0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772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2199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Anthropologie chrétienne et IA : la dignité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Chapitre 2 · Ch. 3 §97-99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B6E1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Fonder la primauté de la personne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&amp; ancrage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179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(Bloom)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Exposer l'</a:t>
            </a:r>
            <a:r>
              <a:rPr lang="en-US" sz="2000" i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imago Dei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et l'égale dignité.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Distinguer ce que l'IA est / n'est pas.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Mobiliser les 5 principes de la DSE.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5352" y="137160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73952" y="151790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Ancrage magistériel &amp; biblique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011680"/>
            <a:ext cx="4892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Ch. 2 : </a:t>
            </a:r>
            <a:r>
              <a:rPr lang="en-US" sz="2000" i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imago Dei</a:t>
            </a: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; 5 principes de la DSE.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§99 : l'IA « n'a pas de conscience morale ».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§98 : « cultivée » plus que « construite ».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Gn 1,26-27 · Antiqua et nova (2025).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L'essentiel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👤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Dignité reçue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Inaliénable, non méritée par la performance : imago Dei.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67784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0392" y="1645920"/>
            <a:ext cx="658368" cy="658368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0392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🧠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0392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 ≠ sagesse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60392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L'IA simule l'empathie sans habiter l'horizon spirituel (§99).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86928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9536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9536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⚖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79536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Critère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79536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Exclure « sans appel » contredit la dignité (§104).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5 principes de la DSE comme grille d'audit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appliquer à tout système d'IA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4533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45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417320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Bien commun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l'épanouissement de tous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3288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532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404872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Destination </a:t>
            </a:r>
            <a:r>
              <a:rPr lang="en-US" sz="2000" b="1" dirty="0" err="1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univiverselle</a:t>
            </a: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des biens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accès équitable aux technologies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20440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92424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Subsidiarité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décider au plus près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37997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507992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507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379976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Solidarité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reconnaître le travail invisible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536752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5495544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54955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367528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Justice sociale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corriger dès la conception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Activités d'apprentissage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Vidéo interactive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 err="1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qu'est / n'est pas l'IA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Jeu de tri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Humain ou machine ? »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45352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28232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Atelier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grille DSE (3 questions/principe)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5352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 err="1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Glossaire</a:t>
            </a: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i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imago Dei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subsidiarité…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Exercice-type &amp; à retenir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8122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355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QCM  </a:t>
            </a: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Quelle affirmation est FAUSSE (§99) 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542032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4203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L'IA calcule très vite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300984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300984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30098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L'IA peut simuler l'empathie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7240" y="4059936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E4F4EC"/>
          </a:solidFill>
          <a:ln w="19050">
            <a:solidFill>
              <a:srgbClr val="60C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59936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5993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L'IA a une conscience morale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4818888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81888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1888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L'IA n'habite pas l'horizon spirituel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43800" y="1325880"/>
            <a:ext cx="4114800" cy="4343400"/>
          </a:xfrm>
          <a:prstGeom prst="roundRect">
            <a:avLst>
              <a:gd name="adj" fmla="val 2222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0" y="15361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RETENIR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1031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dignité (</a:t>
            </a:r>
            <a:r>
              <a:rPr lang="en-US" sz="2000" i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imago Dei</a:t>
            </a: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) prime sur toute performance. L'IA calcule ; elle ne devient pas sage.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304</Words>
  <Application>Microsoft Office PowerPoint</Application>
  <PresentationFormat>Grand écran</PresentationFormat>
  <Paragraphs>70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EduWeb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Formation Magnifica Humanitas</dc:subject>
  <dc:creator>EduWeb</dc:creator>
  <cp:lastModifiedBy>Elogne ZORO</cp:lastModifiedBy>
  <cp:revision>3</cp:revision>
  <dcterms:created xsi:type="dcterms:W3CDTF">2026-08-27T16:25:58Z</dcterms:created>
  <dcterms:modified xsi:type="dcterms:W3CDTF">2026-08-27T16:44:20Z</dcterms:modified>
</cp:coreProperties>
</file>